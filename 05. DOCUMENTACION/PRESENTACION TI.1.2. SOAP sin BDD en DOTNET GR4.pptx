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1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90" r:id="rId10"/>
    <p:sldId id="391" r:id="rId11"/>
    <p:sldId id="392" r:id="rId12"/>
    <p:sldId id="393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09" r:id="rId29"/>
    <p:sldId id="410" r:id="rId30"/>
    <p:sldId id="411" r:id="rId31"/>
    <p:sldId id="412" r:id="rId32"/>
    <p:sldId id="413" r:id="rId33"/>
    <p:sldId id="414" r:id="rId34"/>
    <p:sldId id="342" r:id="rId35"/>
    <p:sldId id="343" r:id="rId36"/>
    <p:sldId id="344" r:id="rId37"/>
    <p:sldId id="387" r:id="rId38"/>
    <p:sldId id="388" r:id="rId39"/>
    <p:sldId id="389" r:id="rId40"/>
    <p:sldId id="345" r:id="rId41"/>
    <p:sldId id="346" r:id="rId42"/>
    <p:sldId id="347" r:id="rId43"/>
    <p:sldId id="378" r:id="rId44"/>
    <p:sldId id="379" r:id="rId45"/>
    <p:sldId id="380" r:id="rId46"/>
    <p:sldId id="381" r:id="rId47"/>
    <p:sldId id="382" r:id="rId48"/>
    <p:sldId id="383" r:id="rId49"/>
    <p:sldId id="384" r:id="rId50"/>
    <p:sldId id="385" r:id="rId51"/>
    <p:sldId id="386" r:id="rId52"/>
    <p:sldId id="348" r:id="rId53"/>
    <p:sldId id="349" r:id="rId54"/>
    <p:sldId id="350" r:id="rId55"/>
    <p:sldId id="369" r:id="rId56"/>
    <p:sldId id="370" r:id="rId57"/>
    <p:sldId id="371" r:id="rId58"/>
    <p:sldId id="372" r:id="rId59"/>
    <p:sldId id="373" r:id="rId60"/>
    <p:sldId id="374" r:id="rId61"/>
    <p:sldId id="375" r:id="rId62"/>
    <p:sldId id="376" r:id="rId63"/>
    <p:sldId id="377" r:id="rId64"/>
    <p:sldId id="351" r:id="rId65"/>
    <p:sldId id="352" r:id="rId66"/>
    <p:sldId id="353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7" r:id="rId76"/>
    <p:sldId id="368" r:id="rId77"/>
    <p:sldId id="354" r:id="rId78"/>
    <p:sldId id="357" r:id="rId79"/>
    <p:sldId id="358" r:id="rId80"/>
  </p:sldIdLst>
  <p:sldSz cx="12192000" cy="6858000"/>
  <p:notesSz cx="6858000" cy="9144000"/>
  <p:embeddedFontLst>
    <p:embeddedFont>
      <p:font typeface="Cambria" panose="02040503050406030204" pitchFamily="18" charset="0"/>
      <p:regular r:id="rId82"/>
      <p:bold r:id="rId83"/>
      <p:italic r:id="rId84"/>
      <p:boldItalic r:id="rId85"/>
    </p:embeddedFont>
    <p:embeddedFont>
      <p:font typeface="Gill Sans" panose="020B0604020202020204" charset="0"/>
      <p:regular r:id="rId86"/>
      <p:bold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019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 dirty="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</a:t>
            </a: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DEL SERVIDOR SOAP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 dirty="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  <a:endParaRPr lang="es-MX" sz="1700" dirty="0">
              <a:solidFill>
                <a:srgbClr val="FFFFFF"/>
              </a:solidFill>
              <a:latin typeface="Gill Sans" panose="020B0604020202020204" charset="0"/>
            </a:endParaRP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 dirty="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 dirty="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85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725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+ SoapCore · http://localhost:5052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WS_CON_UNI_DOTNET_SOAP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http://localhost:5052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SoapCore 1.2.1.16.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3930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(LoginWebService, CatalogWebService y ConverterWebService):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B49D76-7F09-6634-85D4-8CBB645D2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87" y="4123997"/>
            <a:ext cx="8145012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36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22999C-BCB5-FA7F-D928-35F19A83B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686575"/>
              </p:ext>
            </p:extLst>
          </p:nvPr>
        </p:nvGraphicFramePr>
        <p:xfrm>
          <a:off x="584200" y="2680042"/>
          <a:ext cx="8585201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140609194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804850320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197909151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01281235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901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6255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5511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10894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C953B56-F15A-6DE3-6099-498169503304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/LoginWebService.svc  ·  catálogo → /CatalogWebService.svc  ·  conversión → /ConverterWebService.svc</a:t>
            </a:r>
          </a:p>
        </p:txBody>
      </p:sp>
    </p:spTree>
    <p:extLst>
      <p:ext uri="{BB962C8B-B14F-4D97-AF65-F5344CB8AC3E}">
        <p14:creationId xmlns:p14="http://schemas.microsoft.com/office/powerpoint/2010/main" val="1690782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AAD0A6-1045-4471-D5C0-F10C0D7CE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102710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266884142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1125767809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8612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399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3667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14157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06947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8838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265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74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[ServiceContract] y [OperationContract] definen el contrato; SoapCore lo publica como endpoint .svc con su WSDL.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registra tres servicios (Login, Catalog y Converter) y cada uno valida el token antes de responder.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657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ConverterResponseDTO Convert(string token,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value, string from, string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Program.cs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builder.Services.AddSoapCore();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builder.Services.AddSingleton&lt;IConverterWebService,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app.UseEndpoints(endpoints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_ = endpoints.UseSoapEndpoint&lt;IConverterWebService&gt;(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"/ConverterWebService.svc",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SoapEncoderOptions(), SoapSerializer.XmlSerializer);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8994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5019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builder = WebApplication.CreateBuilder(args);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builder.Services.AddSoapCore();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builder.Services.AddSingleton&lt;ILoginWebService, LoginWebService&gt;();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builder.Services.AddSingleton&lt;ICatalogWebService, CatalogWebService&gt;();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builder.Services.AddSingleton&lt;IConverterWebService, ConverterWebService&gt;();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app = builder.Build();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app.UseRouting();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app.UseEndpoints(endpoints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_ = endpoints.UseSoapEndpoint&lt;ILoginWebService&gt;(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"/LoginWebService.svc",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SoapEncoderOptions(),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SoapSerializer.XmlSerializer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_ = endpoints.UseSoapEndpoint&lt;ICatalogWebService&gt;(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"/CatalogWebService.svc",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SoapEncoderOptions(),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SoapSerializer.XmlSerializer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367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ICatalogWebService.cs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Contrato del servicio web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15914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Program.cs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_ = endpoints.UseSoapEndpoint&lt;IConverterWebService&gt;(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"/ConverterWebService.svc",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SoapEncoderOptions(),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SoapSerializer.XmlSerializer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app.Run();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ICatalogWebService.cs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CatalogResponseDTO GetCatalog(string type, string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0663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IConverterWebService.cs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Contrato del servicio web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ILoginWebService.cs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Contrato del servicio web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8143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IConverterWebService.cs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ConverterResponseDTO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ILoginWebService.cs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[ServiceContract]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[OperationContract]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LoginResponseDTO Login(string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223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CatalogWebService.cs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WS/Services/CatalogWebService.cs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279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CatalogWebService :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 text)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(string.IsNullOrEmpty(text))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char.ToUpper(text[0]) + text.Substring(1).ToLower();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 GetCatalog(string type,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type = 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2248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CatalogWebService.cs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ConverterWebService.cs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6535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ConverterController.GetConverter(type).GetUnits().ToHashSet()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ConverterWebService :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 Convert(string token, 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429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ConverterWebService.cs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12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9863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WS/Services/LoginWebService.cs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3507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WS_CON_UNI_DOTNET_SOAP.WS.Services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LoginWebService :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190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543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LoginWebService.cs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IDataConverter GetConverter(string 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947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8483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IDataConverter converter = ConverterController.GetConverter(type);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validateUser(string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126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Services/TokenService.cs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36342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TokenService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HashSet&lt;string&gt; tokensActivos = new HashSet&lt;string&gt;();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 = Guid.NewGuid().ToString();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ValidateToken(string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164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Models/DTO/CatalogResponseDTO.cs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3356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HashSet&lt;string&gt;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[];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HashSet&lt;string&gt;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4360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Models/DTO/ConverterResponseDTO.cs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7950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6121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04602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token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8487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95495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estado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mensaje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WS_CON_UNI_DOTNET_SOAP.Models.Enums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enum EstadosEnum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27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IDataConverter.cs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Models/Interfaces/IDataConverter.cs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09238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Dictionary&lt;string,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valueFrom = map[from];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valueTo = map[to];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IEnumerable&lt;string&gt; 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ToMap().Keys;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3695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7614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LoginImplRepository :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Dictionary&lt;string, string&gt; users;  // HashMap&lt;username, password&gt;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LoginImplRepository()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 = new Dictionary&lt;string, 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Credentials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this.users.Add("user", "1234");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this.users.Add("monster", "monster9");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this.users.Add("marcos", "mamita");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this.users.Add("carlos", "carlos9");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this.users.Add("msosa", "msosa");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856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119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localUsername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localPassword = this.users[localUsername];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(!localUsername.Equals(username) || !localPassword.Equals(password))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74252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Models/Data/AreaModel.cs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0571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AreaModel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 Dictionary&lt;string, double&gt;();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data.Add("cm2", 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data.Add("m2", 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data.Add("km2", 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data.Add("ha", 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data.Add("ft2", 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data.Add("ac", 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87165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Models/Data/LongitudModel.cs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02640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LongitudModel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data.Add("km", 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data.Add("hm", 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data.Add("m", 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data.Add("cm", 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data.Add("mm", 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data.Add("ft", 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data.Add("yd", 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data.Add("mi", mile);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79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70439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LongitudModel.cs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MasaPesoModel.cs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MasaPesoModel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data.Add("g", 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data.Add("kg", 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data.Add("oz", 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data.Add("lb", 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data.Add("qq", 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7663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Models/Data/TemperaturaModel.cs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41423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TemperaturaModel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"°C",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"°F",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"K",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"°N",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"°Ré", 1.0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54218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2610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(from)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780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17261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973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Models/Data/TiempoModel.cs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62547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TiempoModel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"ms", millisecond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"s", 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"min", minute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"h", hour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"d", day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"w", week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35751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Models/Data/VolumenModel.cs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6DA0CC-38B6-1202-922D-4F98FB404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19079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84137577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WS_CON_UNI_DOTNET_SOAP.Models.Data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VolumenModel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"mL", milliliter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"L", 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"m3", cubicMeter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"ft3", cubicFeet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"gal", galon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6511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39716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http://localhost:5052/LoginWebService.svc?wsdl.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66428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cliente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7049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LoginWebServiceClient es el cliente WCF generado desde el WSDL del servidor.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llamada es asíncrona (async/await) y devuelve el DTO con estado, mensaje y token.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0606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LoginHTTP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LoginWebServiceClient _client;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LoginHTTP()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_client = new LoginWebServiceClient();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Task&lt;LoginResponseDTO?&gt;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response = await _client.LoginAsync(username,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8225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LoginHTTP.cs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Models/HTTP/LoginHTTP.cs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54147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CONSOLE_CON_UNI_DOTNET_SOAP.Models.HTTP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LoginWebServiceClient _client;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LoginHTTP()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_client = new LoginWebServiceClient();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Task&lt;LoginResponseDTO?&gt;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response = await _client.LoginAsync(username,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446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05402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LoginResponseDTO?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LoginHTTP http = new LoginHTTP();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dto = http.LoginAsync(username, password).Result;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Save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(dto?.estado ==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ConfigHTTP.token = dto.token;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CONSOLE_CON_UNI_DOTNET_SOAP.Views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LoginView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UserHasLogin()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ctrl = new LoginController();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22889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7D679A-A4BC-3014-84FE-03FEF00D2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5429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3875235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res = ctrl.Login(username,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(res is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MessagesUtils.PrintMessage("No se recibió respuesta del servicio.");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MessagesUtils.PrintMessage(res.mensaje ?? string.Empty);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Thread.Sleep(TimeSpan.FromSeconds(3));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res.estado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1223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5250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B46213-429F-B608-632F-F9EE0C2464B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F24831A3-148E-F234-87FC-B7C92AC699A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A20512-C17E-9BE6-F1B7-A95A1F3100AB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305D5504-C8D4-064F-0C33-FCB945D4FF0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4EE60-948A-66BA-9234-EA4BA6BBE9F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7ED1345-A02E-C4C7-811F-C097B2630B19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9" name="Captura Inicio de sesión">
            <a:extLst>
              <a:ext uri="{FF2B5EF4-FFF2-40B4-BE49-F238E27FC236}">
                <a16:creationId xmlns:a16="http://schemas.microsoft.com/office/drawing/2014/main" id="{B068E19A-56CE-09E3-A57F-8726B403C0BD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1" name="Captura Conversión">
            <a:extLst>
              <a:ext uri="{FF2B5EF4-FFF2-40B4-BE49-F238E27FC236}">
                <a16:creationId xmlns:a16="http://schemas.microsoft.com/office/drawing/2014/main" id="{8975573B-077A-4121-0DE5-92D30F6C3260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3" name="Captura Catálogo de unidades">
            <a:extLst>
              <a:ext uri="{FF2B5EF4-FFF2-40B4-BE49-F238E27FC236}">
                <a16:creationId xmlns:a16="http://schemas.microsoft.com/office/drawing/2014/main" id="{90B22612-0001-54A2-D9C7-DBB54BF6A7E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15E7AA9-1B38-CCD8-4A83-3B90B7277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9FD19A-01FF-C48F-3F73-E99B97F08D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2884B3B-24C8-CBD6-8F74-19E365BB76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031048"/>
            <a:ext cx="2283026" cy="327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5609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1021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un canal WCF (ChannelFactory) por cada servicio .svc con BasicHttpBinding, el enlace SOAP básico.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Los tiempos de espera (5 s y 15 s) evitan esperas sin fin si el servidor no responde.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84624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CanalLogin(new ChannelFactory&lt;ILoginWebService&gt;(binding,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"/LoginWebService.svc"))),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CanalCatalogo(new ChannelFactory&lt;ICatalogWebService&gt;(binding,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"/CatalogWebService.svc"))),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new CanalConversor(new ChannelFactory&lt;IConverterWebService&gt;(binding,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EndpointAddress(urlBase + "/ConverterWebService.svc"))),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91927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ClienteSoap.cs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ec/edu/monster/modelo/ClienteSoap.cs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605629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Conecta el modelo con el servidor SOAP real. Las ChannelFactory se crean una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sola vez; cada llamada abre y cierra su propio canal.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static class ClienteSoap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TiempoConexion = TimeSpan.FromSeconds(5);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/// &lt;summary&gt;Crea el servicio de la aplicación, ligado a su sesión.&lt;/summary&gt;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ConversorServicio CrearServicio(string urlBase, Sesion 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urlBase = urlBase.TrimEnd('/');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CloseTimeout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31058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ClienteSoap.cs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7254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CanalLogin(new ChannelFactory&lt;ILoginWebService&gt;(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binding, new EndpointAddress(urlBase + "/LoginWebService.svc"))),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CanalCatalogo(new ChannelFactory&lt;ICatalogWebService&gt;(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binding, new EndpointAddress(urlBase + "/CatalogWebService.svc"))),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CanalConversor(new ChannelFactory&lt;IConverterWebService&gt;(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binding, new EndpointAddress(urlBase + "/ConverterWebService.svc"))),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Abre un canal, hace una sola llamada y lo cierra; si falla, lo aborta.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async Task&lt;R&gt; UsarCanalAsync&lt;T, R&gt;(ChannelFactory&lt;T&gt; fabrica, Func&lt;T, Task&lt;R&gt;&gt; llamada)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 canal = fabrica.CreateChannel();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comunicacion = (ICommunicationObject)canal!;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 resultado = await llamada(canal);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655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ClienteSoap.cs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750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CanalLogin(ChannelFactory&lt;ILoginWebService&gt; fabrica) :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Task&lt;LoginResponse&gt; LoginAsync(LoginRequest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c.LoginAsync(request));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CanalCatalogo(ChannelFactory&lt;ICatalogWebService&gt; fabrica) :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Task&lt;GetCatalogResponse&gt; GetCatalogAsync(GetCatalogRequest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c.GetCatalogAsync(request));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CanalConversor(ChannelFactory&lt;IConverterWebService&gt; fabrica) :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Task&lt;ConvertResponse&gt; ConvertAsync(ConvertRequest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c.ConvertAsync(request));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88240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ec/edu/monster/controlador/LoginControlador.cs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78007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Maneja la pantalla de login: valida los datos, pide al modelo iniciar sesión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y le dice a la vista qué mostrar después.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ILoginVista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ConversorServicio servicio;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LoginControlador(ILoginVista vista, ConversorServicio servicio)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this.vista =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this.servicio = 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vista.AlIngresar(IngresarAsync);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 IngresarAsync()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usuario = vista.Usuario;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clave = vista.Clave;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78126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3146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LoginControlador.cs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vista.MostrarError(CredencialesVacias);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servicio.IniciarSesionAsync(usuario.Trim(),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vista.MostrarError(e.Message);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LoginFrame.cs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Ventana de login. La navegación a la ventana principal se delega en 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callback alAbrirMenu que entrega App.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LoginFrame : Form, ILoginVista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Action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campoUsuario = Estilos.Entrada();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892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40254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campoClave = Estilos.Entrada(clave: 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Func&lt;Task&gt; accionIngresar = () =&gt; Task.CompletedTask;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IndicadorEstado Estado { get; }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new("Servicio disponible", "Servicio no disponible");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LoginFrame(Action alAbrirMenu)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this.alAbrirMenu = alAbrirMenu;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SuspendLayout();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AutoScaleDimensions = new SizeF(96F, 96F);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AutoScaleMode = AutoScaleMode.Dpi;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Text = Estilos.TituloVentana;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ClientSize = new Size(640, 460);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MinimumSize = new Size(480, 420);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StartPosition = FormStartPosition.CenterScreen;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BackColor = Estilos.Fondo;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Font = Estilos.Fuente;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Controls.Add(Estado);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MainMenuStrip = Estilos.BarraMenu(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Estilos.Menu("Archivo", Estilos.Opcion("Salir", Close)),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Estilos.MenuAyuda(this));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Controls.Add(MainMenuStrip);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66921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2095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AcceptButton = botonIngresar;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botonIngresar.Click += (_, _) =&gt; 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Shown += (_, _)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campoUsuario.Focus();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Estado.Iniciar();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ResumeLayout(false);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PerformLayout();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Control ConstruirContenido()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formulario = new TableLayoutPanel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ColumnCount = 1,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Padding = new Padding(50, 30, 50, 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BackColor = Estilos.Fondo,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formulario.ColumnStyles.Add(new ColumnStyle(SizeType.Percent, 100));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364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11818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filaBoton = new FlowLayoutPanel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FlowDirection = FlowDirection.RightToLeft,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AutoSize =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Margin = new Padding(0),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filaBoton.Controls.Add(botonIngresar);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formulario.Controls.Add(Estilos.Titulo("Iniciar sesión"));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formulario.Controls.Add(Estilos.Etiqueta("Usuario"));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formulario.Controls.Add(Estilos.Etiqueta("Contraseña"));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formulario.Controls.Add(filaBoton);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formulario;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Ingresar()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Estilos.Ejecutar(accionIngresar, MostrarError, botonIngresar, campoUsuario, 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Usuario =&gt; campoUsuario.Text;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Clave =&gt; campoClave.Text;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8716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1E4A47-DBB0-F097-A1CB-01E05E7FD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6016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5228556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MessageBox.Show(this, mensaje, Estilos.TituloVentana, MessageBoxButtons.OK, MessageBoxIcon.Error);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AbrirMenu()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no se queda en memoria de una ventana que ya no se usa.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campoClave.Clear();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alAbrirMenu();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AlIngresar(Func&lt;Task&gt; accion)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529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0242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633829-1DD7-C254-3C14-C8FDDB1C9FD9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593887-94B7-BDDF-2569-60CB9E6D4DD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A4C0C-24A8-7899-C043-0E4D4C60189D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D71AAD67-5FE8-7F05-AC62-94901837385A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EB62AD-895B-21FF-1500-4DCDD528795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B32E82B-2DB1-B4CF-89EF-90DEA885BB5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C0C2AA-A4B0-BB2E-B79D-DB19166A18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112" b="60054"/>
          <a:stretch>
            <a:fillRect/>
          </a:stretch>
        </p:blipFill>
        <p:spPr>
          <a:xfrm>
            <a:off x="581191" y="3693801"/>
            <a:ext cx="2632964" cy="19108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8DC244-465C-1050-0FEE-B5F1B6A9D4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400" y="3584220"/>
            <a:ext cx="2570640" cy="21126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24CD7B-8B25-8F25-388C-09B2F64BC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1" y="3693802"/>
            <a:ext cx="2667000" cy="180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768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WCF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06362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al servidor SOAP a través de FabricaServicios (canales WCF).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25210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107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ec/edu/monster/controlador/FabricaServicios.cs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29251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/// &lt;summary&gt;Crea el servicio de un usuario, ligado a su sesión.&lt;/summary&gt;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ConversorServicio CrearServicio(Sesion sesion);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/// &lt;summary&gt;True cuando el servidor responde su WSDL en este momento.&lt;/summary&gt;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Task&lt;bool&gt; 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Fábrica única de la aplicación. Las ChannelFactory son costosas, así que 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crean una sola vez; cada llamada abre y cierra su propio canal.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FabricaServicios : IFabricaServicios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TiempoConexion = TimeSpan.FromSeconds(5);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TiempoDisponible = TimeSpan.FromSeconds(2);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ChannelFactory&lt;ILoginWebService&gt;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ChannelFactory&lt;ICatalogWebService&gt; catalogo;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ChannelFactory&lt;IConverterWebService&gt;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Uri wsdl;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 = new() { Timeout = TiempoDisponible };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4215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85548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FabricaServicios(string urlBase)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urlBase = urlBase.TrimEnd('/');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binding = new BasicHttpBinding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OpenTimeout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SendTimeout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ReceiveTimeout = TiempoPeticion,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CloseTimeout = TiempoConexion,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MaxReceivedMessageSize = int.MaxValue,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 = new ChannelFactory&lt;ILoginWebService&gt;(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binding, new EndpointAddress(urlBase + "/LoginWebService.svc"));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catalogo = new ChannelFactory&lt;ICatalogWebService&gt;(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binding, new EndpointAddress(urlBase + "/CatalogWebService.svc"));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conversor = new ChannelFactory&lt;IConverterWebService&gt;(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binding, new EndpointAddress(urlBase + "/ConverterWebService.svc"));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wsdl = new Uri(urlBase + "/LoginWebService.svc?wsdl");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14453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89283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ConversorServicio CrearServicio(Sesion 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CanalLogin(login),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CanalCatalogo(catalogo),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new CanalConversor(conversor),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Task&lt;bool&gt; DisponibleAsync()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Se pregunta cada vez: el servidor puede caerse en cualquier momento.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http.GetAsync(wsdl, HttpCompletionOption.ResponseHeadersRead);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respuesta.IsSuccessStatusCode;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(HttpRequestException)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(TaskCanceledException)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5719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7564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Abre un canal, hace una sola llamada y lo cierra; si falla, lo aborta.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async Task&lt;R&gt; UsarCanalAsync&lt;T, R&gt;(ChannelFactory&lt;T&gt; fabrica, Func&lt;T, Task&lt;R&gt;&gt; llamada)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 canal = fabrica.CreateChannel();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comunicacion = (ICommunicationObject)canal!;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 resultado = await llamada(canal);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comunicacion.Abort();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CanalLogin(ChannelFactory&lt;ILoginWebService&gt; fabrica) : ILoginWebService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Task&lt;LoginResponse&gt; LoginAsync(LoginRequest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c.LoginAsync(request));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51183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FabricaServicios.cs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51499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FabricaServicios.cs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CanalCatalogo(ChannelFactory&lt;ICatalogWebService&gt; fabrica) : ICatalogWebService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Task&lt;GetCatalogResponse&gt; GetCatalogAsync(GetCatalogRequest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c.GetCatalogAsync(request));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sealed class CanalConversor(ChannelFactory&lt;IConverterWebService&gt; fabrica) : IConverterWebService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public Task&lt;ConvertResponse&gt; ConvertAsync(ConvertRequest request)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UsarCanalAsync(fabrica, c =&gt; c.ConvertAsync(request));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Página de login: valida los datos, pide al modelo iniciar sesión y, si todo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sale bien, guarda la sesión del usuario.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LoginController(IFabricaServicios fabrica) : 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275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78439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IActionResult Inicio()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Redirect("~/login");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Mostrar()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(SesionUsuario.Activa(HttpContext))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VistaAsync(new LoginVista());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Ingresar(string?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nunca se devuelve a la página.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CredencialesVacias;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1694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688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SesionUsuario.Cerrar(HttpContext);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Task&lt;IActionResult&gt; VistaAsync(LoginVista vista)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ViewData["ServicioDisponible"] = await fabrica.DisponibleAsync();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View("login", 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5394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ec/edu/monster/vista/login.cshtml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3541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@model 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ViewData["Titulo"] = "Iniciar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action="~/login" asp-antiforgery="true"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value="@Model.Usuario"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@if (!string.IsNullOrEmpty(Model.Error))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&lt;p&gt;@Model.Error&lt;/p&gt;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Se reabre como modal para oscurecer la página de fondo, como en el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3193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40F457-D136-8CF4-19F9-D3B4CD904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0203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0775881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957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03037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D5A7E5-0310-2F4A-184B-2144A2F8325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C15036A6-AD4F-5E49-F456-3CED965BAAD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6EE0A-92F3-BA3F-8DCE-CE89FF31A27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0D78918E-297E-A27E-32E7-034D2D5C1703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2AB8-73E1-ACAE-A962-4D72E43DA3D9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6B4729B-7F8F-CF81-8FF1-B7FEC9645281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BCE037-1D5C-382F-97FD-9B6A2AA84B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A76172-C5C4-4008-62A6-179B8535A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154" y="3809999"/>
            <a:ext cx="2639146" cy="17842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36E317-9C46-31D7-8DDB-F8B244DFD9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744815"/>
            <a:ext cx="2639146" cy="170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422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MOV_CON_UNI_DOTNET_SOAP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04398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el cliente WCF generado y apunta a la IP de la PC en la red (SoapConfig.BaseUrl).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no hay conexión o se agota el tiempo, cierra el canal y muestra "No se pudo conectar con el servidor".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67136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client = new SoapLogin.LoginWebServiceClient(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SoapLogin.LoginWebServiceClient.EndpointConfiguration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.BasicHttpBinding_ILoginWebService_soap,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SoapConfig.BaseUrl + "/LoginWebService.svc");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response = await 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await client.CloseAsync();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dto = response.Body.LoginResult;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LoginResult(dto.estado == SoapLogin.EstadosEnum.OK,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dto.mensaje ?? "", dto.token);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catch (Exception ex) when (ex is CommunicationException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or TimeoutException)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client.Abort();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LoginResult(false,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"No se pudo conectar con el servidor",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0017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MOV_CON_UNI_DOTNET_SOAP/Models/Repositories/LoginRepository.cs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82935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MOV_CON_UNI_DOTNET_SOAP.Models.Repositories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LoginRepository : ILoginRepository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(SoapErrores.SinRed())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SoapErrores.SinConexion,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SoapLogin.LoginWebServiceClient? client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client = new SoapLogin.LoginWebServiceClient(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SoapLogin.LoginWebServiceClient.EndpointConfiguration.BasicHttpBinding_ILoginWebService_soap,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SoapConfig.BaseUrl + "LoginWebService.svc"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SoapLogin.LoginResponse response = await client.LoginAsync(username,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client.CloseAsync();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SoapLogin.LoginResponseDTO? dto = response?.Body?.LoginResult;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 ==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SoapErrores.RespuestaIncompleta,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(dto.estado != SoapLogin.EstadosEnum.OK)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SoapErrores.MensajeServidor(dto.mensaje, "Usuario o contraseña incorrectos"), null);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1211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1706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(string.IsNullOrWhiteSpace(dto.token))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SoapErrores.RespuestaIncompleta,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Success: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Message: dto.mensaje ?? "",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Token: dto.token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catch (Exception ex)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client?.Abort();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SoapErrores.Mensaje(ex),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LoginController(ILoginRepository loginRepository, SessionService session) : ControladorConSesion(session)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MaxUsuario = 50;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MaxPassword = 64;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ILoginRepository _loginRepository = loginRepository;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2770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72729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LoginAsync(string? username, string?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usuario = username?.Trim()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clave = password?.Trim() ?? "";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el usuario",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la contraseña",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&gt; MaxUsuario)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$"El usuario no puede superar {MaxUsuario} caracteres",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&gt; MaxPassword)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$"La contraseña no puede superar {MaxPassword} caracteres",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LoginResult resultado = await _loginRepository.LoginAsync(usuario, clave);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 &amp;&amp; resultado.Token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Session.Iniciar(usuario, resultado.Token);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2966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MOV_CON_UNI_DOTNET_SOAP/Views/LoginPage.xaml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294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&lt;?xml version="1.0" encoding="utf-8" ?&gt;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&lt;ContentPage xmlns="http://schemas.microsoft.com/dotnet/2021/maui"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xmlns:x="http://schemas.microsoft.com/winfx/2009/xaml"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xmlns:controllers="clr-namespace:MOV_CON_UNI_DOTNET_SOAP.Controllers"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x:Class="MOV_CON_UNI_DOTNET_SOAP.Views.LoginPage"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Title="Conversión de Unidades Monster"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BackgroundColor="{StaticResource FondoApp}"&gt;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&lt;ContentPage.Resources&gt;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&lt;Style x:Key="CampoLabel" TargetType="Label"&gt;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Property="FontSize" Value="16"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Property="TextColor" Value="{StaticResource TextoOscuro}"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Property="Margin" Value="0,0,0,8"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&lt;/Style&gt;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&lt;Style x:Key="CampoBorde" TargetType="Border"&gt;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Property="Stroke" Value="{StaticResource BordeCampo}"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Property="StrokeThickness" Value="1"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Property="StrokeShape" Value="RoundRectangle 8"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Property="BackgroundColor" Value="White"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Property="Padding" Value="12,0"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Property="HeightRequest" Value="56"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&lt;/Style&gt;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31663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10436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&lt;Style x:Key="CampoEntry" TargetType="Entry"&gt;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Property="FontSize" Value="16"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Property="TextColor" Value="{StaticResource TextoOscuro}"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Property="BackgroundColor" Value="Transparent"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&lt;Setter Property="VerticalOptions" Value="Center"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&lt;/Style&gt;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&lt;/ContentPage.Resources&gt;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&lt;Grid Padding="24"&gt;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&lt;Border BackgroundColor="White"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Stroke="{StaticResource BordeTarjeta}"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StrokeThickness="1"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StrokeShape="RoundRectangle 16"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Padding="28,32"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VerticalOptions="Center"&gt;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&lt;VerticalStackLayout&gt;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Text="Iniciar sesión"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FontSize="32"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TextColor="{StaticResource MonsterPrimary}"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Margin="0,0,0,28" /&gt;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38473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96429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Text="Usuario" Style="{StaticResource CampoLabel}"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&lt;Border Style="{StaticResource CampoBorde}" Margin="0,0,0,20"&gt;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&lt;Entry x:Name="UsernameEntry"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Style="{StaticResource CampoEntry}"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MaxLength="{x:Static controllers:LoginController.MaxUsuario}"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IsSpellCheckEnabled="False"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IsTextPredictionEnabled="False"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ReturnType="Next"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Completed="OnUsuarioCompleted"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&lt;/Border&gt;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Text="Contraseña" Style="{StaticResource CampoLabel}"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&lt;Border Style="{StaticResource CampoBorde}"&gt;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&lt;Entry x:Name="PasswordEntry"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IsPassword="True"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Style="{StaticResource CampoEntry}"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MaxLength="{x:Static controllers:LoginController.MaxPassword}"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ReturnType="Go"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Completed="OnIngresarClicked" /&gt;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&lt;/Border&gt;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&lt;Label x:Name="ErrorLabel"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TextColor="{StaticResource TextoError}"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FontSize="14"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IsVisible="False"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Margin="0,12,0,0" /&gt;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90867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55462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&lt;!-- ===== LoginPage.xaml ===== --&gt;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&lt;Button x:Name="IngresarButton"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Text="Ingresar"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Clicked="OnIngresarClicked"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BackgroundColor="{StaticResource MonsterPrimary}"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TextColor="White"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FontSize="18"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CornerRadius="8"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HeightRequest="56"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Margin="0,28,0,0" /&gt;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&lt;ActivityIndicator x:Name="CargandoIndicator"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Color="{StaticResource MonsterPrimary}"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IsRunning="False"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IsVisible="False"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           Margin="0,16,0,0" /&gt;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&lt;/VerticalStackLayout&gt;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&lt;/Border&gt;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&lt;/Grid&gt;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&lt;/ContentPage&gt;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LoginPage.xaml.cs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MOV_CON_UNI_DOTNET_SOAP.Views;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partial class LoginPage : ContentPage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LoginController _controller;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77305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6589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LoginPage(LoginController controller)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InitializeComponent();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_controller = controller;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OnUsuarioCompleted(object? sender, EventArgs e) =&gt; PasswordEntry.Focus();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void OnIngresarClicked(object? sender, EventArgs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(!IngresarButton.IsEnabled)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false;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resultado = await _controller.LoginAsync(UsernameEntry.Text, PasswordEntry.Text);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35923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92278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PasswordEntry.Text = string.Empty;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Shell.Current.GoToAsync("//main/conversion");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else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MostrarError(resultado.Message);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MostrarError("Ocurrió un error inesperado. Intente de nuevo.");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finally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MostrarCargando(bool cargando)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IngresarButton.IsEnabled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CargandoIndicator.IsRunning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CargandoIndicator.IsVisible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7213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FEDAF5-2767-43E8-9A2C-445F5BD26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672223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90237477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ErrorLabel.Text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8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1112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F6C813-06A0-4F01-9E4C-0E0CF05C8C2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58125-3C13-AD78-9C76-DAAAEE05474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8385C9-7B7A-28BE-CF9F-7520B7660FAF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458F9D-76C1-B8DA-E90D-592757FB24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79"/>
          <a:stretch>
            <a:fillRect/>
          </a:stretch>
        </p:blipFill>
        <p:spPr>
          <a:xfrm>
            <a:off x="702628" y="3010242"/>
            <a:ext cx="1944447" cy="3386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4AA543-4C80-4467-3554-41AF6F266A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432" y="2937019"/>
            <a:ext cx="1788140" cy="38724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23D534-7A86-AE7A-6A19-3F81F7192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727" y="2937019"/>
            <a:ext cx="1588814" cy="3440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2BF8867-0A7B-1117-2639-3A26A8E99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8541" y="2937019"/>
            <a:ext cx="1554362" cy="336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2121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SoapCore permitió publicar servicios SOAP con su contrato WSDL sobre ASP.NET Core, sin depender de WCF en 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43803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Regenerar las referencias de servicio de los clientes cada vez que cambie el contrato WSDL del servidor.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7617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12602</Words>
  <Application>Microsoft Office PowerPoint</Application>
  <PresentationFormat>Widescreen</PresentationFormat>
  <Paragraphs>2519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5" baseType="lpstr">
      <vt:lpstr>Arial</vt:lpstr>
      <vt:lpstr>Noto Sans Symbols</vt:lpstr>
      <vt:lpstr>Calibri</vt:lpstr>
      <vt:lpstr>Gill Sans</vt:lpstr>
      <vt:lpstr>Cambria</vt:lpstr>
      <vt:lpstr>Dividendo</vt:lpstr>
      <vt:lpstr>MANUAL CONVERSIÓN UNIDADES SOAP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5</cp:revision>
  <dcterms:modified xsi:type="dcterms:W3CDTF">2026-10-27T17:31:25Z</dcterms:modified>
</cp:coreProperties>
</file>